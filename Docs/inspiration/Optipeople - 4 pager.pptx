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  <p:embeddedFont>
      <p:font typeface="IBM Plex Sans Light"/>
      <p:regular r:id="rId11"/>
      <p:bold r:id="rId12"/>
      <p:italic r:id="rId13"/>
      <p:boldItalic r:id="rId14"/>
    </p:embeddedFont>
    <p:embeddedFont>
      <p:font typeface="Public Sans Black"/>
      <p:bold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6tzRIiPFHc56ssg9Vo3Rjrpj8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font" Target="fonts/IBMPlexSansLight-regular.fntdata"/><Relationship Id="rId10" Type="http://schemas.openxmlformats.org/officeDocument/2006/relationships/font" Target="fonts/Play-bold.fntdata"/><Relationship Id="rId21" Type="http://customschemas.google.com/relationships/presentationmetadata" Target="metadata"/><Relationship Id="rId13" Type="http://schemas.openxmlformats.org/officeDocument/2006/relationships/font" Target="fonts/IBMPlexSansLight-italic.fntdata"/><Relationship Id="rId12" Type="http://schemas.openxmlformats.org/officeDocument/2006/relationships/font" Target="fonts/IBMPlexSa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regular.fntdata"/><Relationship Id="rId15" Type="http://schemas.openxmlformats.org/officeDocument/2006/relationships/font" Target="fonts/PublicSansBlack-bold.fntdata"/><Relationship Id="rId14" Type="http://schemas.openxmlformats.org/officeDocument/2006/relationships/font" Target="fonts/IBMPlexSansLight-boldItalic.fntdata"/><Relationship Id="rId17" Type="http://schemas.openxmlformats.org/officeDocument/2006/relationships/font" Target="fonts/OpenSans-regular.fntdata"/><Relationship Id="rId16" Type="http://schemas.openxmlformats.org/officeDocument/2006/relationships/font" Target="fonts/PublicSansBlack-boldItalic.fntdata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e26c32f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de26c32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e26c32fa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de26c32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de26c32f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ede26c32f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e26c32fa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de26c32f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 Layout 3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924017" y="1118984"/>
            <a:ext cx="3976000" cy="12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45725" spcFirstLastPara="1" rIns="45725" wrap="square" tIns="457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ublic Sans Black"/>
              <a:buNone/>
              <a:defRPr b="0" i="0" sz="3067" u="none" cap="none" strike="noStrike">
                <a:solidFill>
                  <a:srgbClr val="000000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924017" y="2865267"/>
            <a:ext cx="3976000" cy="3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●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○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■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●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○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■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●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○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Char char="■"/>
              <a:defRPr b="0" i="0" sz="13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1322433" y="644267"/>
            <a:ext cx="9547200" cy="5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 Black"/>
              <a:buNone/>
              <a:defRPr b="0" i="0" sz="3200" u="none" cap="none" strike="noStrik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indholdsobjek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nitsoverskrift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dholdsobjekter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un titel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hold med billedtekst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med billedtekst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lodret teks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ret titel og teks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00181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e26c32fa_0_0"/>
          <p:cNvSpPr/>
          <p:nvPr/>
        </p:nvSpPr>
        <p:spPr>
          <a:xfrm>
            <a:off x="521208" y="3842669"/>
            <a:ext cx="5817300" cy="17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Digital modulær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operations platform </a:t>
            </a:r>
            <a:endParaRPr b="0" i="0" sz="24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95" name="Google Shape;95;g3ede26c32f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121815"/>
            <a:ext cx="3164968" cy="592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ede26c32f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45350"/>
            <a:ext cx="12192002" cy="1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ede26c32fa_0_0"/>
          <p:cNvPicPr preferRelativeResize="0"/>
          <p:nvPr/>
        </p:nvPicPr>
        <p:blipFill rotWithShape="1">
          <a:blip r:embed="rId5">
            <a:alphaModFix/>
          </a:blip>
          <a:srcRect b="16325" l="0" r="2143" t="15196"/>
          <a:stretch/>
        </p:blipFill>
        <p:spPr>
          <a:xfrm>
            <a:off x="5079502" y="2403347"/>
            <a:ext cx="6447520" cy="25394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ede26c32fa_0_0"/>
          <p:cNvSpPr txBox="1"/>
          <p:nvPr/>
        </p:nvSpPr>
        <p:spPr>
          <a:xfrm>
            <a:off x="521208" y="1859875"/>
            <a:ext cx="4209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Strategisk partner for digitalisering, data, IoT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og softwareudvikling</a:t>
            </a:r>
            <a:endParaRPr b="0" i="0" sz="24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9" name="Google Shape;99;g3ede26c32fa_0_0"/>
          <p:cNvSpPr/>
          <p:nvPr/>
        </p:nvSpPr>
        <p:spPr>
          <a:xfrm>
            <a:off x="521208" y="3763992"/>
            <a:ext cx="360000" cy="36000"/>
          </a:xfrm>
          <a:prstGeom prst="roundRect">
            <a:avLst>
              <a:gd fmla="val 0" name="adj"/>
            </a:avLst>
          </a:prstGeom>
          <a:solidFill>
            <a:srgbClr val="A3EEC8"/>
          </a:solidFill>
          <a:ln>
            <a:noFill/>
          </a:ln>
        </p:spPr>
        <p:txBody>
          <a:bodyPr anchorCtr="0" anchor="ctr" bIns="45700" lIns="18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81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ede26c32fa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5350"/>
            <a:ext cx="12192002" cy="1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ede26c32fa_0_9"/>
          <p:cNvSpPr/>
          <p:nvPr/>
        </p:nvSpPr>
        <p:spPr>
          <a:xfrm>
            <a:off x="543830" y="807864"/>
            <a:ext cx="324000" cy="21600"/>
          </a:xfrm>
          <a:prstGeom prst="roundRect">
            <a:avLst>
              <a:gd fmla="val 0" name="adj"/>
            </a:avLst>
          </a:prstGeom>
          <a:solidFill>
            <a:srgbClr val="A3EEC8"/>
          </a:solidFill>
          <a:ln>
            <a:noFill/>
          </a:ln>
        </p:spPr>
        <p:txBody>
          <a:bodyPr anchorCtr="0" anchor="ctr" bIns="45700" lIns="18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06" name="Google Shape;106;g3ede26c32fa_0_9"/>
          <p:cNvSpPr/>
          <p:nvPr/>
        </p:nvSpPr>
        <p:spPr>
          <a:xfrm>
            <a:off x="498110" y="993166"/>
            <a:ext cx="107871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Data, digitalisering og IoT</a:t>
            </a:r>
            <a:endParaRPr/>
          </a:p>
        </p:txBody>
      </p:sp>
      <p:sp>
        <p:nvSpPr>
          <p:cNvPr id="107" name="Google Shape;107;g3ede26c32fa_0_9"/>
          <p:cNvSpPr/>
          <p:nvPr/>
        </p:nvSpPr>
        <p:spPr>
          <a:xfrm>
            <a:off x="543830" y="2043676"/>
            <a:ext cx="75237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Konsultation og udvikling</a:t>
            </a:r>
            <a:endParaRPr b="0" i="0" sz="20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08" name="Google Shape;108;g3ede26c32fa_0_9"/>
          <p:cNvSpPr/>
          <p:nvPr/>
        </p:nvSpPr>
        <p:spPr>
          <a:xfrm>
            <a:off x="539029" y="2586950"/>
            <a:ext cx="2130900" cy="3186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180000" wrap="square" tIns="684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Databaser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PLC løsninger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Shopfloor og HMI løsninger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Automatiseringsløsninger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</a:t>
            </a:r>
            <a:r>
              <a:rPr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CADA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CTS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Produktionsnetværk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On-premise løsninger (Opticloud on-premise)</a:t>
            </a:r>
            <a:endParaRPr/>
          </a:p>
        </p:txBody>
      </p:sp>
      <p:sp>
        <p:nvSpPr>
          <p:cNvPr id="109" name="Google Shape;109;g3ede26c32fa_0_9"/>
          <p:cNvSpPr/>
          <p:nvPr/>
        </p:nvSpPr>
        <p:spPr>
          <a:xfrm>
            <a:off x="543830" y="2586950"/>
            <a:ext cx="2126100" cy="56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91425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INFRASTRUKTUR</a:t>
            </a:r>
            <a:endParaRPr b="0" i="0" sz="11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0" name="Google Shape;110;g3ede26c32fa_0_9"/>
          <p:cNvSpPr/>
          <p:nvPr/>
        </p:nvSpPr>
        <p:spPr>
          <a:xfrm>
            <a:off x="2978425" y="2586950"/>
            <a:ext cx="3870300" cy="3186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180000" wrap="square" tIns="684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AI assistenter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AI agenter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Apps</a:t>
            </a:r>
            <a:endParaRPr b="1"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Opticloud </a:t>
            </a:r>
            <a:r>
              <a:rPr b="1" i="0" lang="en-US" sz="10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(Digital Operations Platform)</a:t>
            </a:r>
            <a:endParaRPr sz="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ERP shopfloo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r,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MES/MOM, IoT, OEE, CMMS, EMS, QMS, EHS,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Plannin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g,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Ops Excellence, Document Management, Work Order Management,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b="1"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Work Order Instructions,</a:t>
            </a:r>
            <a:r>
              <a:rPr lang="en-US"/>
              <a:t> 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ashboards og 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R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apporter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1" name="Google Shape;111;g3ede26c32fa_0_9"/>
          <p:cNvSpPr/>
          <p:nvPr/>
        </p:nvSpPr>
        <p:spPr>
          <a:xfrm>
            <a:off x="2983225" y="2586950"/>
            <a:ext cx="2804100" cy="56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91425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OPERATIONER</a:t>
            </a:r>
            <a:endParaRPr b="0" i="0" sz="11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2" name="Google Shape;112;g3ede26c32fa_0_9"/>
          <p:cNvSpPr/>
          <p:nvPr/>
        </p:nvSpPr>
        <p:spPr>
          <a:xfrm>
            <a:off x="6848727" y="2586863"/>
            <a:ext cx="2542200" cy="3186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180000" wrap="square" tIns="684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Dokumentation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Digital strategi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Discovery workshops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Teknisk projekt definering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Softwareudviklingspartner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Sporbarhed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Digitale tvillinger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Bro mellem OT &amp; IT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Machine learning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Maskinstyring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Process mapping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3" name="Google Shape;113;g3ede26c32fa_0_9"/>
          <p:cNvSpPr/>
          <p:nvPr/>
        </p:nvSpPr>
        <p:spPr>
          <a:xfrm>
            <a:off x="6851127" y="2586950"/>
            <a:ext cx="2537400" cy="56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91425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RÅDGIVNING OG EKSEKVERING</a:t>
            </a:r>
            <a:endParaRPr b="0" i="0" sz="11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4" name="Google Shape;114;g3ede26c32fa_0_9"/>
          <p:cNvSpPr/>
          <p:nvPr/>
        </p:nvSpPr>
        <p:spPr>
          <a:xfrm>
            <a:off x="9326523" y="2586875"/>
            <a:ext cx="2542200" cy="3186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180000" wrap="square" tIns="684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Automatiserede rapporter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Live dashboards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Integrationer mellem systemer</a:t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15" name="Google Shape;115;g3ede26c32fa_0_9"/>
          <p:cNvSpPr/>
          <p:nvPr/>
        </p:nvSpPr>
        <p:spPr>
          <a:xfrm>
            <a:off x="9328925" y="2556500"/>
            <a:ext cx="2537400" cy="62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91425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POWER BI KONSULTATION </a:t>
            </a:r>
            <a:b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</a:b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OG UDVIKLING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e26c32fa_0_24"/>
          <p:cNvSpPr/>
          <p:nvPr/>
        </p:nvSpPr>
        <p:spPr>
          <a:xfrm>
            <a:off x="527774" y="789127"/>
            <a:ext cx="5817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121" name="Google Shape;121;g3ede26c32fa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08" y="699479"/>
            <a:ext cx="3164968" cy="592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ede26c32fa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45350"/>
            <a:ext cx="12192002" cy="1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ede26c32fa_0_24"/>
          <p:cNvSpPr/>
          <p:nvPr/>
        </p:nvSpPr>
        <p:spPr>
          <a:xfrm>
            <a:off x="445008" y="1499100"/>
            <a:ext cx="8356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Opticloud</a:t>
            </a:r>
            <a:endParaRPr b="0" i="0" sz="20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 skyen og on-premise</a:t>
            </a:r>
            <a:endParaRPr sz="1500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124" name="Google Shape;124;g3ede26c32fa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8171" y="1138945"/>
            <a:ext cx="6553180" cy="5256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ede26c32fa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5350"/>
            <a:ext cx="12192002" cy="1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ede26c32fa_0_32"/>
          <p:cNvSpPr/>
          <p:nvPr/>
        </p:nvSpPr>
        <p:spPr>
          <a:xfrm>
            <a:off x="543830" y="807864"/>
            <a:ext cx="324000" cy="21600"/>
          </a:xfrm>
          <a:prstGeom prst="roundRect">
            <a:avLst>
              <a:gd fmla="val 0" name="adj"/>
            </a:avLst>
          </a:prstGeom>
          <a:solidFill>
            <a:srgbClr val="A3EEC8"/>
          </a:solidFill>
          <a:ln>
            <a:noFill/>
          </a:ln>
        </p:spPr>
        <p:txBody>
          <a:bodyPr anchorCtr="0" anchor="ctr" bIns="45700" lIns="18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1" name="Google Shape;131;g3ede26c32fa_0_32"/>
          <p:cNvSpPr/>
          <p:nvPr/>
        </p:nvSpPr>
        <p:spPr>
          <a:xfrm>
            <a:off x="543830" y="755587"/>
            <a:ext cx="4138200" cy="3186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180000" wrap="square" tIns="6840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AI assistenter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AI agenter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Apps</a:t>
            </a:r>
            <a:endParaRPr b="1"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ERP shopfloor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IoT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MES/MOM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OEE</a:t>
            </a:r>
            <a:endParaRPr b="1"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CMMS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QMS</a:t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EHS</a:t>
            </a:r>
            <a:endParaRPr b="1" sz="12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Planning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Ops Excellence 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and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Continuous Improvement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Document Management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Work Order Management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Work Order Instructions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Dashboard</a:t>
            </a:r>
            <a:r>
              <a:rPr b="1" lang="en-US"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 and </a:t>
            </a:r>
            <a:r>
              <a:rPr b="1" i="0" lang="en-US" sz="12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Reports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2" name="Google Shape;132;g3ede26c32fa_0_32"/>
          <p:cNvSpPr/>
          <p:nvPr/>
        </p:nvSpPr>
        <p:spPr>
          <a:xfrm>
            <a:off x="543830" y="829478"/>
            <a:ext cx="2804100" cy="56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0" spcFirstLastPara="1" rIns="91425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3EEC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OPERATIONER</a:t>
            </a:r>
            <a:endParaRPr b="0" i="0" sz="1100" u="none" cap="none" strike="noStrike">
              <a:solidFill>
                <a:srgbClr val="A3EEC8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133" name="Google Shape;133;g3ede26c32fa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7350" y="0"/>
            <a:ext cx="8304648" cy="67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de26c32fa_0_32"/>
          <p:cNvSpPr txBox="1"/>
          <p:nvPr/>
        </p:nvSpPr>
        <p:spPr>
          <a:xfrm>
            <a:off x="457200" y="313926"/>
            <a:ext cx="60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Opticloud </a:t>
            </a:r>
            <a:r>
              <a:rPr b="1" i="0" lang="en-US" sz="1000" u="none" cap="none" strike="noStrik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(Digital Operations Platform)</a:t>
            </a:r>
            <a:endParaRPr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2026-04-30T09:49:35Z</dcterms:created>
  <dc:creator>Rasmus</dc:creator>
</cp:coreProperties>
</file>